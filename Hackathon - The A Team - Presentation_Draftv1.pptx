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6FBAEE-725B-47F6-BC1D-6AAB70719DA8}">
  <a:tblStyle styleId="{CF6FBAEE-725B-47F6-BC1D-6AAB70719D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e8729714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e872971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8729714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e8729714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vivekattri/global-ev-charging-stations-dataset" TargetMode="External"/><Relationship Id="rId4" Type="http://schemas.openxmlformats.org/officeDocument/2006/relationships/hyperlink" Target="https://www.kaggle.com/datasets/sufya6/updated-electric-vehicles-spec-2025" TargetMode="External"/><Relationship Id="rId5" Type="http://schemas.openxmlformats.org/officeDocument/2006/relationships/hyperlink" Target="https://trello.com/b/2QxJKCrI/global-ev-charging-station-analysis" TargetMode="External"/><Relationship Id="rId6" Type="http://schemas.openxmlformats.org/officeDocument/2006/relationships/hyperlink" Target="https://github.com/M-3rlin/GlobalEVChargingStationsAnalysi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9688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Global EV Charging Analysis: Infrastructure, Economics, &amp; Usage Subtitle: Data-Driven Insights for a Better Charging Ecosystem</a:t>
            </a:r>
            <a:endParaRPr b="1" sz="1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2750" y="1601688"/>
            <a:ext cx="2692500" cy="25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The Core Question:</a:t>
            </a:r>
            <a:r>
              <a:rPr lang="en-GB" sz="2000">
                <a:solidFill>
                  <a:schemeClr val="dk1"/>
                </a:solidFill>
              </a:rPr>
              <a:t> </a:t>
            </a:r>
            <a:r>
              <a:rPr i="1" lang="en-GB" sz="2000">
                <a:solidFill>
                  <a:schemeClr val="dk1"/>
                </a:solidFill>
              </a:rPr>
              <a:t>"How can we optimise the EV charging network to balance pricing fairness, station availability, and vehicle efficiency for diverse user groups?"</a:t>
            </a:r>
            <a:endParaRPr sz="3700"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3468025" y="10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{CF6FBAEE-725B-47F6-BC1D-6AAB70719DA8}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Project Resources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Datasets (Kaggle)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sng">
                          <a:solidFill>
                            <a:schemeClr val="hlink"/>
                          </a:solidFill>
                          <a:hlinkClick r:id="rId3"/>
                        </a:rPr>
                        <a:t>Global EV Charging Stations Dataset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(Infrastructure)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sng">
                          <a:solidFill>
                            <a:schemeClr val="hlink"/>
                          </a:solidFill>
                          <a:hlinkClick r:id="rId4"/>
                        </a:rPr>
                        <a:t>2025 EV Specifications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 (Market Data)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Project Management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sng">
                          <a:solidFill>
                            <a:schemeClr val="hlink"/>
                          </a:solidFill>
                          <a:hlinkClick r:id="rId5"/>
                        </a:rPr>
                        <a:t>Trello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Code Repository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sng">
                          <a:solidFill>
                            <a:schemeClr val="hlink"/>
                          </a:solidFill>
                          <a:hlinkClick r:id="rId6"/>
                        </a:rPr>
                        <a:t>EV Charging Stations Analysis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Team Members (Department)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Sam (Dashboarding)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Abdul (Cars)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Arphaxad (Availability)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Raphael (Mapping)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Swathi (Pricing)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Integrated Analysis (Key Insights)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Solution (Dashboard)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